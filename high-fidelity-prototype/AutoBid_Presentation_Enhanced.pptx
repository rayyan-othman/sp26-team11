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AutoBid, team, and purpose of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AutoBid is, why it was created, and the problem it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the system works overall and how users interact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main features before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actor and what they do. Transition to live demo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presentation flow and hand off to teammates.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 to show future vision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AutoBid System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CSC 340 System Engineering</a:t>
            </a:r>
          </a:p>
          <a:p>
            <a:r>
              <a:rPr sz="2400">
                <a:solidFill>
                  <a:srgbClr val="FFFFFF"/>
                </a:solidFill>
              </a:rPr>
              <a:t>UNCG</a:t>
            </a:r>
          </a:p>
          <a:p>
            <a:r>
              <a:rPr sz="2400">
                <a:solidFill>
                  <a:srgbClr val="FFFFFF"/>
                </a:solidFill>
              </a:rP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Mobile detailing &amp; onsite mechanic booking platform</a:t>
            </a:r>
          </a:p>
          <a:p>
            <a:pPr/>
            <a:r>
              <a:rPr sz="2400">
                <a:solidFill>
                  <a:srgbClr val="FFFFFF"/>
                </a:solidFill>
              </a:rPr>
              <a:t>Connects customers with service providers</a:t>
            </a:r>
          </a:p>
          <a:p>
            <a:pPr/>
            <a:r>
              <a:rPr sz="2400">
                <a:solidFill>
                  <a:srgbClr val="FFFFFF"/>
                </a:solidFill>
              </a:rPr>
              <a:t>Improves convenience and service scheduling</a:t>
            </a:r>
          </a:p>
          <a:p>
            <a:pPr/>
            <a:r>
              <a:rPr sz="2400">
                <a:solidFill>
                  <a:srgbClr val="FFFFFF"/>
                </a:solidFill>
              </a:rPr>
              <a:t>Web-based Bootstrap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System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Role-based system: Customer, Service Provider, Admin</a:t>
            </a:r>
          </a:p>
          <a:p>
            <a:pPr/>
            <a:r>
              <a:rPr sz="2400">
                <a:solidFill>
                  <a:srgbClr val="FFFFFF"/>
                </a:solidFill>
              </a:rPr>
              <a:t>Account registration and authentication</a:t>
            </a:r>
          </a:p>
          <a:p>
            <a:pPr/>
            <a:r>
              <a:rPr sz="2400">
                <a:solidFill>
                  <a:srgbClr val="FFFFFF"/>
                </a:solidFill>
              </a:rPr>
              <a:t>Service selection and booking workflow</a:t>
            </a:r>
          </a:p>
          <a:p>
            <a:pPr/>
            <a:r>
              <a:rPr sz="2400">
                <a:solidFill>
                  <a:srgbClr val="FFFFFF"/>
                </a:solidFill>
              </a:rPr>
              <a:t>Appointment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Main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User sign-up and login</a:t>
            </a:r>
          </a:p>
          <a:p>
            <a:pPr/>
            <a:r>
              <a:rPr sz="2400">
                <a:solidFill>
                  <a:srgbClr val="FFFFFF"/>
                </a:solidFill>
              </a:rPr>
              <a:t>Role selection and dashboards</a:t>
            </a:r>
          </a:p>
          <a:p>
            <a:pPr/>
            <a:r>
              <a:rPr sz="2400">
                <a:solidFill>
                  <a:srgbClr val="FFFFFF"/>
                </a:solidFill>
              </a:rPr>
              <a:t>Book mobile detailing services</a:t>
            </a:r>
          </a:p>
          <a:p>
            <a:pPr/>
            <a:r>
              <a:rPr sz="2400">
                <a:solidFill>
                  <a:srgbClr val="FFFFFF"/>
                </a:solidFill>
              </a:rPr>
              <a:t>Book onsite mechanic services</a:t>
            </a:r>
          </a:p>
          <a:p>
            <a:pPr/>
            <a:r>
              <a:rPr sz="2400">
                <a:solidFill>
                  <a:srgbClr val="FFFFFF"/>
                </a:solidFill>
              </a:rPr>
              <a:t>Manage appointments and service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Actors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Customer: register, login, schedule service</a:t>
            </a:r>
          </a:p>
          <a:p>
            <a:pPr/>
            <a:r>
              <a:rPr sz="2400">
                <a:solidFill>
                  <a:srgbClr val="FFFFFF"/>
                </a:solidFill>
              </a:rPr>
              <a:t>Service Provider: manage and view bookings</a:t>
            </a:r>
          </a:p>
          <a:p>
            <a:pPr/>
            <a:r>
              <a:rPr sz="2400">
                <a:solidFill>
                  <a:srgbClr val="FFFFFF"/>
                </a:solidFill>
              </a:rPr>
              <a:t>Admin: monitor users and system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Demo Plan &amp; Team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Live prototype demonstration (no screenshots)</a:t>
            </a:r>
          </a:p>
          <a:p>
            <a:pPr/>
            <a:r>
              <a:rPr sz="2400">
                <a:solidFill>
                  <a:srgbClr val="FFFFFF"/>
                </a:solidFill>
              </a:rPr>
              <a:t>Each member presents assigned subsystem</a:t>
            </a:r>
          </a:p>
          <a:p>
            <a:pPr/>
            <a:r>
              <a:rPr sz="2400">
                <a:solidFill>
                  <a:srgbClr val="FFFFFF"/>
                </a:solidFill>
              </a:rPr>
              <a:t>Walkthrough of user flows</a:t>
            </a:r>
          </a:p>
          <a:p>
            <a:pPr/>
            <a:r>
              <a:rPr sz="2400">
                <a:solidFill>
                  <a:srgbClr val="FFFFFF"/>
                </a:solidFill>
              </a:rPr>
              <a:t>Questions and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FFFFFF"/>
                </a:solidFill>
              </a:rPr>
              <a:t>Payment processing integration</a:t>
            </a:r>
          </a:p>
          <a:p>
            <a:pPr/>
            <a:r>
              <a:rPr sz="2400">
                <a:solidFill>
                  <a:srgbClr val="FFFFFF"/>
                </a:solidFill>
              </a:rPr>
              <a:t>Real-time provider tracking</a:t>
            </a:r>
          </a:p>
          <a:p>
            <a:pPr/>
            <a:r>
              <a:rPr sz="2400">
                <a:solidFill>
                  <a:srgbClr val="FFFFFF"/>
                </a:solidFill>
              </a:rPr>
              <a:t>Mobile application version</a:t>
            </a:r>
          </a:p>
          <a:p>
            <a:pPr/>
            <a:r>
              <a:rPr sz="2400">
                <a:solidFill>
                  <a:srgbClr val="FFFFFF"/>
                </a:solidFill>
              </a:rPr>
              <a:t>Expanded service provider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