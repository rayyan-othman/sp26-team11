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2" r:id="rId9"/>
    <p:sldId id="265" r:id="rId10"/>
    <p:sldId id="263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9T07:15:05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9139 4865 16383 0 0,'5'5'0'0'0,"1"1"0"0"0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56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AutoBid, team, and purpose of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AutoBid is, why it was created, and the problem it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how the system works overall and how users interact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main features before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 slide to show future vision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209" y="1013985"/>
            <a:ext cx="5785791" cy="3260635"/>
          </a:xfrm>
        </p:spPr>
        <p:txBody>
          <a:bodyPr anchor="b"/>
          <a:lstStyle>
            <a:lvl1pPr algn="l"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209" y="4848465"/>
            <a:ext cx="5785791" cy="1085849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143001" y="4571506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63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5446"/>
            <a:ext cx="6928826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174" y="2286000"/>
            <a:ext cx="6928826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11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309" y="1287554"/>
            <a:ext cx="6213722" cy="3113064"/>
          </a:xfrm>
        </p:spPr>
        <p:txBody>
          <a:bodyPr anchor="t"/>
          <a:lstStyle>
            <a:lvl1pPr>
              <a:defRPr sz="58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308" y="4619708"/>
            <a:ext cx="5791692" cy="1476293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5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13411"/>
            <a:ext cx="6928826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175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30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79150"/>
            <a:ext cx="6928826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6" y="2013217"/>
            <a:ext cx="337184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2175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13216"/>
            <a:ext cx="337185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4703046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878879" y="4592407"/>
            <a:ext cx="606197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143001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485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38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9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05" y="1558944"/>
            <a:ext cx="2459767" cy="1864196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1" y="762000"/>
            <a:ext cx="4000499" cy="5334000"/>
          </a:xfrm>
        </p:spPr>
        <p:txBody>
          <a:bodyPr anchor="ctr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tx1"/>
                </a:solidFill>
              </a:defRPr>
            </a:lvl2pPr>
            <a:lvl3pPr>
              <a:defRPr sz="2667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806" y="3649683"/>
            <a:ext cx="2424822" cy="1933605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157" y="1383126"/>
            <a:ext cx="2467415" cy="2045874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000501" y="762000"/>
            <a:ext cx="4000499" cy="5334000"/>
          </a:xfrm>
        </p:spPr>
        <p:txBody>
          <a:bodyPr anchor="t"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158" y="3649683"/>
            <a:ext cx="2432469" cy="1684317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0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2174" y="2229958"/>
            <a:ext cx="6928826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3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1467700"/>
            <a:ext cx="1318846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6735" y="1467700"/>
            <a:ext cx="5879534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56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1622"/>
            <a:ext cx="6928826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4" y="2286000"/>
            <a:ext cx="6928826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19154" y="4936959"/>
            <a:ext cx="26732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7521088" y="1655534"/>
            <a:ext cx="26694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9681" y="3219853"/>
            <a:ext cx="472240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614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400" userDrawn="1">
          <p15:clr>
            <a:srgbClr val="F26B43"/>
          </p15:clr>
        </p15:guide>
        <p15:guide id="4" pos="5040" userDrawn="1">
          <p15:clr>
            <a:srgbClr val="F26B43"/>
          </p15:clr>
        </p15:guide>
        <p15:guide id="16" pos="360" userDrawn="1">
          <p15:clr>
            <a:srgbClr val="F26B43"/>
          </p15:clr>
        </p15:guide>
        <p15:guide id="23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309" y="1287554"/>
            <a:ext cx="6213722" cy="3113064"/>
          </a:xfrm>
        </p:spPr>
        <p:txBody>
          <a:bodyPr anchor="t">
            <a:normAutofit/>
          </a:bodyPr>
          <a:lstStyle/>
          <a:p>
            <a:r>
              <a:rPr lang="en-GB" err="1"/>
              <a:t>AutoBid</a:t>
            </a:r>
            <a:r>
              <a:rPr lang="en-GB"/>
              <a:t> System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066308" y="4619708"/>
            <a:ext cx="5791692" cy="1476293"/>
          </a:xfrm>
        </p:spPr>
        <p:txBody>
          <a:bodyPr anchor="b">
            <a:normAutofit/>
          </a:bodyPr>
          <a:lstStyle/>
          <a:p>
            <a:r>
              <a:rPr lang="en-GB"/>
              <a:t>CSC 340 System Engineering-Rayyan, Gamal, Gopal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D24C909-FE91-1EAE-87E0-1417FC5D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7519154" y="4936959"/>
            <a:ext cx="2673295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F328BDCA-D41D-4532-926E-C9140DD64FD5}" type="datetime1">
              <a:rPr/>
              <a:pPr>
                <a:spcAft>
                  <a:spcPts val="600"/>
                </a:spcAft>
              </a:pPr>
              <a:t>2/19/2026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8BF808-F6C3-9F9D-CF95-ABB70294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7521088" y="1655534"/>
            <a:ext cx="2669427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8B43451-CEDA-CAD0-F875-756D0563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9681" y="3219853"/>
            <a:ext cx="472240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solidFill>
                  <a:srgbClr val="FFFFFF"/>
                </a:solidFill>
              </a:rPr>
              <a:t>Mobile detailing &amp; onsite mechanic booking platform</a:t>
            </a:r>
          </a:p>
          <a:p>
            <a:r>
              <a:rPr sz="2400" dirty="0">
                <a:solidFill>
                  <a:srgbClr val="FFFFFF"/>
                </a:solidFill>
              </a:rPr>
              <a:t>Connects customers with service providers</a:t>
            </a:r>
          </a:p>
          <a:p>
            <a:r>
              <a:rPr sz="2400" dirty="0">
                <a:solidFill>
                  <a:srgbClr val="FFFFFF"/>
                </a:solidFill>
              </a:rPr>
              <a:t>Improves convenience and service scheduling</a:t>
            </a:r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Allows system admins to regulate the program and moderate users listing and </a:t>
            </a:r>
            <a:r>
              <a:rPr lang="en-US" sz="2400" dirty="0" err="1">
                <a:solidFill>
                  <a:srgbClr val="FFFFFF"/>
                </a:solidFill>
              </a:rPr>
              <a:t>reveiws</a:t>
            </a:r>
            <a:endParaRPr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System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solidFill>
                  <a:srgbClr val="FFFFFF"/>
                </a:solidFill>
              </a:rPr>
              <a:t>Role-based system: Customer, Service Provider, Admin</a:t>
            </a:r>
          </a:p>
          <a:p>
            <a:r>
              <a:rPr sz="2400" dirty="0">
                <a:solidFill>
                  <a:srgbClr val="FFFFFF"/>
                </a:solidFill>
              </a:rPr>
              <a:t>Account registration and authentication</a:t>
            </a:r>
          </a:p>
          <a:p>
            <a:r>
              <a:rPr sz="2400" dirty="0">
                <a:solidFill>
                  <a:srgbClr val="FFFFFF"/>
                </a:solidFill>
              </a:rPr>
              <a:t>Service selection and booking workflow</a:t>
            </a:r>
          </a:p>
          <a:p>
            <a:r>
              <a:rPr sz="2400" dirty="0">
                <a:solidFill>
                  <a:srgbClr val="FFFFFF"/>
                </a:solidFill>
              </a:rPr>
              <a:t>Appointment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378" y="-174928"/>
            <a:ext cx="7467560" cy="1438780"/>
          </a:xfrm>
        </p:spPr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Main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01" y="1495086"/>
            <a:ext cx="7467560" cy="3870181"/>
          </a:xfrm>
        </p:spPr>
        <p:txBody>
          <a:bodyPr>
            <a:normAutofit fontScale="85000" lnSpcReduction="20000"/>
          </a:bodyPr>
          <a:lstStyle/>
          <a:p>
            <a:r>
              <a:rPr sz="2400" dirty="0">
                <a:solidFill>
                  <a:srgbClr val="FFFFFF"/>
                </a:solidFill>
              </a:rPr>
              <a:t>User sign-up and login</a:t>
            </a:r>
          </a:p>
          <a:p>
            <a:r>
              <a:rPr sz="2400" dirty="0">
                <a:solidFill>
                  <a:srgbClr val="FFFFFF"/>
                </a:solidFill>
              </a:rPr>
              <a:t>Role selection and dashboards</a:t>
            </a:r>
          </a:p>
          <a:p>
            <a:r>
              <a:rPr sz="2400" dirty="0">
                <a:solidFill>
                  <a:srgbClr val="FFFFFF"/>
                </a:solidFill>
              </a:rPr>
              <a:t>Book mobile detailing services</a:t>
            </a:r>
          </a:p>
          <a:p>
            <a:r>
              <a:rPr sz="2400" dirty="0">
                <a:solidFill>
                  <a:srgbClr val="FFFFFF"/>
                </a:solidFill>
              </a:rPr>
              <a:t>Book onsite mechanic services</a:t>
            </a:r>
          </a:p>
          <a:p>
            <a:r>
              <a:rPr sz="2400" dirty="0">
                <a:solidFill>
                  <a:srgbClr val="FFFFFF"/>
                </a:solidFill>
              </a:rPr>
              <a:t>Manage appointments and service requests</a:t>
            </a:r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Customer: register, login, schedule service</a:t>
            </a:r>
          </a:p>
          <a:p>
            <a:r>
              <a:rPr lang="en-US" sz="2400" dirty="0">
                <a:solidFill>
                  <a:srgbClr val="FFFFFF"/>
                </a:solidFill>
              </a:rPr>
              <a:t>Service Provider: manage and view bookings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Admin: monitor users and system activity</a:t>
            </a:r>
          </a:p>
          <a:p>
            <a:endParaRPr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FFFF"/>
                </a:solidFill>
              </a:rPr>
              <a:t>Possible </a:t>
            </a:r>
            <a:r>
              <a:rPr sz="2400" dirty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solidFill>
                  <a:srgbClr val="FFFFFF"/>
                </a:solidFill>
              </a:rPr>
              <a:t>Payment processing integration</a:t>
            </a:r>
          </a:p>
          <a:p>
            <a:r>
              <a:rPr sz="2400" dirty="0">
                <a:solidFill>
                  <a:srgbClr val="FFFFFF"/>
                </a:solidFill>
              </a:rPr>
              <a:t>Real-time provider tracking</a:t>
            </a:r>
          </a:p>
          <a:p>
            <a:r>
              <a:rPr sz="2400" dirty="0">
                <a:solidFill>
                  <a:srgbClr val="FFFFFF"/>
                </a:solidFill>
              </a:rPr>
              <a:t>Mobile application version</a:t>
            </a:r>
          </a:p>
          <a:p>
            <a:r>
              <a:rPr sz="2400" dirty="0">
                <a:solidFill>
                  <a:srgbClr val="FFFFFF"/>
                </a:solidFill>
              </a:rPr>
              <a:t>Expanded service provider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DC2F-42E0-27EB-EA12-2C7362A8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9" y="73863"/>
            <a:ext cx="7467560" cy="1438780"/>
          </a:xfrm>
        </p:spPr>
        <p:txBody>
          <a:bodyPr>
            <a:normAutofit/>
          </a:bodyPr>
          <a:lstStyle/>
          <a:p>
            <a:r>
              <a:rPr lang="en-US" sz="3600" b="0" dirty="0">
                <a:ea typeface="+mj-lt"/>
                <a:cs typeface="+mj-lt"/>
              </a:rPr>
              <a:t>Customer Subsystem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CEA0B-790F-88C6-E01F-59252A438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14" y="2047990"/>
            <a:ext cx="7467560" cy="38701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Allows users to register and log in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Browse available detailing and mechanic services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View provider information and ratings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Book appointments and receive confirmation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Manage bookings and update profile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http://127.0.0.1:3000/high-fidelity-prototype/Customer/customerdashboard.html?serverWindowId=bebe6325-dd25-47ad-a38c-aa5746f811b4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148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06F4-867F-3CF4-05AA-255F5BEF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465" y="1767"/>
            <a:ext cx="7467560" cy="1438780"/>
          </a:xfrm>
        </p:spPr>
        <p:txBody>
          <a:bodyPr>
            <a:normAutofit/>
          </a:bodyPr>
          <a:lstStyle/>
          <a:p>
            <a:r>
              <a:rPr lang="en-US" sz="3600" b="0" dirty="0">
                <a:ea typeface="+mj-lt"/>
                <a:cs typeface="+mj-lt"/>
              </a:rPr>
              <a:t>Customer Workflow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34CC9-E15B-9000-C384-FA97B6DB5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58" y="1986521"/>
            <a:ext cx="8328951" cy="48585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Login → Dashboard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Browse services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Select provider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Schedule appointment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View confirmation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Manage bookings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My part focuses on the customer side of </a:t>
            </a:r>
            <a:r>
              <a:rPr lang="en-US" dirty="0" err="1">
                <a:ea typeface="+mn-lt"/>
                <a:cs typeface="+mn-lt"/>
              </a:rPr>
              <a:t>AutoBid</a:t>
            </a:r>
            <a:r>
              <a:rPr lang="en-US" dirty="0">
                <a:ea typeface="+mn-lt"/>
                <a:cs typeface="+mn-lt"/>
              </a:rPr>
              <a:t>. Customers can register, log in, browse services, select a provider, and schedule an appointment. The dashboard allows them to manage bookings and view upcoming services.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4D1F37-4B5E-BD38-2D74-85B916D0A3B1}"/>
                  </a:ext>
                </a:extLst>
              </p14:cNvPr>
              <p14:cNvContentPartPr/>
              <p14:nvPr/>
            </p14:nvContentPartPr>
            <p14:xfrm>
              <a:off x="1705268" y="1500661"/>
              <a:ext cx="11043" cy="11043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4D1F37-4B5E-BD38-2D74-85B916D0A3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9255" y="1454648"/>
                <a:ext cx="102148" cy="1021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77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F93C-254C-52A6-F30D-461291F0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Provoder</a:t>
            </a:r>
            <a:r>
              <a:rPr lang="en-GB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8A2F-04E1-E38B-C94F-A452E8EB3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8A021-1671-EA0B-9F4C-95BD7550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36D6-50AE-4C2C-B458-534BDC34C4FA}" type="datetime1">
              <a:rPr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0812F-F05F-5399-380B-72326429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C197A-9F5A-3DF5-2309-473837B9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7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D5CC-BF51-B3EA-B69E-D8D3D5D9E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2C8B-1F3E-7C48-5770-7B3FB2AB9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Login → Admin Dashboard</a:t>
            </a:r>
            <a:br>
              <a:rPr lang="en-US" dirty="0"/>
            </a:br>
            <a:r>
              <a:rPr lang="en-US" b="1" dirty="0"/>
              <a:t>• View system overview (metrics/activity)</a:t>
            </a:r>
            <a:br>
              <a:rPr lang="en-US" dirty="0"/>
            </a:br>
            <a:r>
              <a:rPr lang="en-US" b="1" dirty="0"/>
              <a:t>• Review bookings / service requests</a:t>
            </a:r>
            <a:br>
              <a:rPr lang="en-US" dirty="0"/>
            </a:br>
            <a:r>
              <a:rPr lang="en-US" b="1" dirty="0"/>
              <a:t>• View providers list </a:t>
            </a:r>
          </a:p>
          <a:p>
            <a:r>
              <a:rPr lang="en-US" b="1" dirty="0"/>
              <a:t>• View users list</a:t>
            </a:r>
            <a:br>
              <a:rPr lang="en-US" dirty="0"/>
            </a:br>
            <a:r>
              <a:rPr lang="en-US" b="1" dirty="0"/>
              <a:t>• Manage system settings (services)</a:t>
            </a:r>
          </a:p>
          <a:p>
            <a:r>
              <a:rPr lang="en-US" dirty="0"/>
              <a:t>My part focuses on the System Admin side of </a:t>
            </a:r>
            <a:r>
              <a:rPr lang="en-US" dirty="0" err="1"/>
              <a:t>AutoBid</a:t>
            </a:r>
            <a:r>
              <a:rPr lang="en-US" dirty="0"/>
              <a:t>. Admins can log in to access the Admin Dashboard, view overall system activity, and review bookings/service requests. The dashboard provides navigation to provider and user management sections and system settings; in our high-fidelity prototype these sections are included as visual placeholders to show </a:t>
            </a:r>
            <a:r>
              <a:rPr lang="en-US"/>
              <a:t>intended the  functionality for later implementation.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26FA3-6662-8490-652B-F8A866B8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5C6CA-D4E1-4473-9997-0B4F4CAEB60A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1C66-5A72-1162-2882-1DBA01E1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19CE6-57D8-1137-D23B-C21AC7DF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75795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e6298b-04fa-4dc8-868c-f77e0db41f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40A2BFB4C41D4F8A55538012C07922" ma:contentTypeVersion="6" ma:contentTypeDescription="Create a new document." ma:contentTypeScope="" ma:versionID="212d03dd1a8ebf47e8fc90e9ca682e19">
  <xsd:schema xmlns:xsd="http://www.w3.org/2001/XMLSchema" xmlns:xs="http://www.w3.org/2001/XMLSchema" xmlns:p="http://schemas.microsoft.com/office/2006/metadata/properties" xmlns:ns3="c4e6298b-04fa-4dc8-868c-f77e0db41fc7" targetNamespace="http://schemas.microsoft.com/office/2006/metadata/properties" ma:root="true" ma:fieldsID="8b9c43e624471aecf83ec70614c6cefc" ns3:_="">
    <xsd:import namespace="c4e6298b-04fa-4dc8-868c-f77e0db41f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e6298b-04fa-4dc8-868c-f77e0db41f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9466E5-A0A9-4B1C-8990-A2A79B0B23AF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c4e6298b-04fa-4dc8-868c-f77e0db41fc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1B78573-7C15-4354-900D-4630110EBC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961A59-F0F3-4460-B83D-DE0242A233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e6298b-04fa-4dc8-868c-f77e0db41f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405</Words>
  <Application>Microsoft Office PowerPoint</Application>
  <PresentationFormat>On-screen Show (4:3)</PresentationFormat>
  <Paragraphs>63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Trade Gothic Next Cond</vt:lpstr>
      <vt:lpstr>Trade Gothic Next Light</vt:lpstr>
      <vt:lpstr>PortalVTI</vt:lpstr>
      <vt:lpstr>AutoBid System Demo</vt:lpstr>
      <vt:lpstr>System Overview</vt:lpstr>
      <vt:lpstr>System Description</vt:lpstr>
      <vt:lpstr>Main Functionalities</vt:lpstr>
      <vt:lpstr>Possible Future Improvements</vt:lpstr>
      <vt:lpstr>Customer Subsystem</vt:lpstr>
      <vt:lpstr>Customer Workflow</vt:lpstr>
      <vt:lpstr>Provoder </vt:lpstr>
      <vt:lpstr>System admin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Rayyan Othman</cp:lastModifiedBy>
  <cp:revision>3</cp:revision>
  <dcterms:created xsi:type="dcterms:W3CDTF">2013-01-27T09:14:16Z</dcterms:created>
  <dcterms:modified xsi:type="dcterms:W3CDTF">2026-02-19T15:03:27Z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0x0101007240A2BFB4C41D4F8A55538012C07922</vt:lpwstr>
  </property>
</Properties>
</file>